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-914400"/>
            <a:ext cx="5486400" cy="5486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5FFF"/>
                </a:solidFill>
              </a:rPr>
              <a:t>Claude Code Course  ·  8 บทเรียน  ·  ~2.5 ชั่วโมง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1F5F9"/>
                </a:solidFill>
              </a:rPr>
              <a:t>Private Marketing
Agency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สร้างระบบ AI Marketing ของคุณเองในวันเดียว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2194560" cy="347472"/>
          </a:xfrm>
          <a:prstGeom prst="rect">
            <a:avLst/>
          </a:prstGeom>
          <a:solidFill>
            <a:srgbClr val="1E2533"/>
          </a:solidFill>
          <a:ln w="12700">
            <a:solidFill>
              <a:srgbClr val="9F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069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5FFF"/>
                </a:solidFill>
              </a:rPr>
              <a:t>ไม่ต้องเขียนโค้ด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4023360"/>
            <a:ext cx="2194560" cy="347472"/>
          </a:xfrm>
          <a:prstGeom prst="rect">
            <a:avLst/>
          </a:prstGeom>
          <a:solidFill>
            <a:srgbClr val="1E25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4069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ไม่ต้องจ้างทีม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4023360"/>
            <a:ext cx="2194560" cy="347472"/>
          </a:xfrm>
          <a:prstGeom prst="rect">
            <a:avLst/>
          </a:prstGeom>
          <a:solidFill>
            <a:srgbClr val="1E25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4069080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ผลลัพธ์จริง ใช้งานได้ทันที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217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</a:rPr>
              <a:t>Claude Code · OpenRouter · NocoDB · HeyGen · 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คุณใช้เวลากี่ชั่วโมงต่อสัปดาห์กับการตลาด?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13716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เขียน caption ทุกวัน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ซ้ำแล้วซ้ำเล่า ไม่รู้ว่าหัวข้อไหนโดน ต้องนึกเองทุกครั้ง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5394960" cy="13716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ออกแบบกราฟิก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ทั้งที่ไม่ได้เป็นดีไซเนอร์ ใช้ Canva วนไปวนมา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5394960" cy="13716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วางแผนคอนเทนต์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ไม่มีระบบ วางแผนแบบ ad hoc ขาดความต่อเนื่อง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017520"/>
            <a:ext cx="5394960" cy="13716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154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ทำทุกอย่างคนเดียว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วิดีโอ แลนดิ้งเพจ เว็บไซต์ งานการตลาดไม่มีจบ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F5FFF"/>
                </a:solidFill>
              </a:rPr>
              <a:t>นี่คือปัญหาของเจ้าของ SME และ solopreneur ทุกคน ไม่ใช่แค่คุณ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เครื่องมือ AI มีเยอะ  แต่ไม่คุยกัน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7190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ChatGPT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92024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99339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Canva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55448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16276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CapCut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92608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29992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Notion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281635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Buffer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28600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235915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Midjourney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9136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Google Docs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411480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418795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HeyGen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657600"/>
            <a:ext cx="1737360" cy="4114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73075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Airtable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9E0B"/>
                </a:solidFill>
              </a:rPr>
              <a:t>แอปนึงสำหรับเขียน  ·  แอปนึงสำหรับรูป  ·  แอปนึงสำหรับวิดีโอ — ไม่มีอะไรเชื่อมกัน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ไม่ใช่ทุกงานที่ควร Automate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2834640"/>
          </a:xfrm>
          <a:prstGeom prst="rect">
            <a:avLst/>
          </a:prstGeom>
          <a:solidFill>
            <a:srgbClr val="2A0E0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Automate ยาก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ต้องตัดสินใจเชิงกลยุทธ์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เปลี่ยนแปลงทุกครั้ง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ต้องใช้ความสัมพันธ์กับลูกค้า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747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ต้องใช้ประสบการณ์เฉพาะทาง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5394960" cy="2834640"/>
          </a:xfrm>
          <a:prstGeom prst="rect">
            <a:avLst/>
          </a:prstGeom>
          <a:solidFill>
            <a:srgbClr val="0620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Automate ได้ดีมาก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1031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ทำซ้ำเดิมทุกครั้ง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5603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มีโครงสร้างชัดเจน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0175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Production มากกว่า Judgement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4747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ใช้ข้อมูลตายตัวเป็น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11091672" cy="502920"/>
          </a:xfrm>
          <a:prstGeom prst="rect">
            <a:avLst/>
          </a:prstGeom>
          <a:solidFill>
            <a:srgbClr val="120A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36592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F5FFF"/>
                </a:solidFill>
              </a:rPr>
              <a:t>การตลาดคอนเทนต์ = perfect case สำหรับ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จินตนาการว่า...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F5F9"/>
                </a:solidFill>
              </a:rPr>
              <a:t>คุณพิมพ์คำสั่งเดียว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ระบบ AI วิจัย วางแผน เขียน ออกแบบ
ทำวิดีโอ และ deploy เว็บ — โดยอัตโนมัติ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914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นั่นคือสิ่งที่คุณจะสร้างในคอร์สนี้ — โดยใช้แบรนด์ของคุณเอง สำหรับธุรกิจของคุณเอง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5FFF"/>
                </a:solidFill>
              </a:rPr>
              <a:t>ส่วนที่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</a:rPr>
              <a:t>ระบบที่คุณจะสร้าง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Private Marketing Agency ใน Claude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Claude Code คืออะไร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ผู้ช่วย AI ที่ทำงานได้จริงในเครื่องของคุณ — ไม่ใช่แค่ chatbot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11887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อ่านและสร้างไฟล์ได้จริง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รู้ว่าโปรเจกต์คุณมีไฟล์อะไร ทำงานกับโฟลเดอร์ได้โดยตรง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11091672" cy="11887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27832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เชื่อมต่อกับระบบภายนอกได้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30168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ต่อกับ database, video platform, web hosting ผ่านสิ่งที่เรียกว่า MCP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34840"/>
            <a:ext cx="11091672" cy="11887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99432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ไม่ต้องเขียนโค้ดเอง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0817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คุณอธิบายสิ่งที่ต้องการ Claude เป็นคนสร้างทุกอย่าง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solidFill>
            <a:srgbClr val="061A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980176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</a:rPr>
              <a:t>คุณเปิด folder ใน Claude Code แล้วพิมพ์คำสั่ง — Claude ทำงานให้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Private Marketing Agency = 8 Agents ทำงานต่อกัน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วิจัย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21992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2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วางแผน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95344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เขียน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68696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ออกแบบ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42048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วิดีโอ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เว็บ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51460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2" y="2011680"/>
            <a:ext cx="1417320" cy="146304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88752" y="2514600"/>
            <a:ext cx="1417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</a:rPr>
              <a:t>เผยแพร่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49039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ทั้งหมดทำงานอยู่ใน Claude Code ของคุณ ต่อกันเป็น pipeline เดียว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แต่ละขั้นตอนรู้จัก brand ของคุณ และส่งต่อ output ให้ขั้นตอนถัดไป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เครื่องมือที่ใช้ในคอร์สนี้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394960" cy="9144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conductor — รู้จักโปรเจกต์ รันคำสั่ง เชื่อมทุกอย่าง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59"/>
            <a:ext cx="5394960" cy="914400"/>
          </a:xfrm>
          <a:prstGeom prst="rect">
            <a:avLst/>
          </a:prstGeom>
          <a:solidFill>
            <a:srgbClr val="1E25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7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OpenRouter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Gateway สำหรับ AI models — สร้างรูป, ค้นหา model ใหม่ๆ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INTEGRATIONS (MCP)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74519"/>
            <a:ext cx="539496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NocoDB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9514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Database สำหรับ content calendar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70631"/>
            <a:ext cx="539496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4378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HeyGen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912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avatar video — script → วิดีโอ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66743"/>
            <a:ext cx="539496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39895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Vercel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8736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Web hosting — deploy ใน 1 คำสั่ง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ทุกอย่างตั้งค่าระหว่างเรียน ไม่ต้องเตรียมล่วงหน้า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ผลลัพธ์ที่จับต้องได้  เมื่อจบ 2.5 ชั่วโมง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โฟลเดอร์โปรเจกต์ที่ Claude รู้จักแบรนด์คุณทุก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963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Brand Guidelines ที่ agents ทุกตัวอ่าน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009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00984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Content Calendar ใน NocoDB (20–30 รายการ)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056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05656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บทความ, caption, video script เสียงเหมือนคุณ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ภาพกราฟิกที่ตรงกับสไตล์แบรนด์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96312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96312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วิดีโอ AI Avatar ที่พูดสคริปต์คุณ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00984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300984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Landing page ที่ deploy ขึ้น internet จริง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05656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05656"/>
            <a:ext cx="50474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คำสั่ง /content-engine รันทั้ง pipeline ด้วยคีย์เดียว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66360"/>
            <a:ext cx="11091672" cy="502920"/>
          </a:xfrm>
          <a:prstGeom prst="rect">
            <a:avLst/>
          </a:prstGeom>
          <a:solidFill>
            <a:srgbClr val="0620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39512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ทุกชิ้นเป็นของแบรนด์คุณ ใช้งานได้จริงทันทีหลังจบคอร์ส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5FFF"/>
                </a:solidFill>
              </a:rPr>
              <a:t>ส่วนที่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</a:rPr>
              <a:t>8 บทเรียน
สร้างทีละชิ้น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แต่ละบทเรียนผลิต output จริง ที่บทถัดไปใช้ต่อ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ภาพรวม 8 บทเรียน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1109167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8969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8969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349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Brand
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789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428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428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808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Researcher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8248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1887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1887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3267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Content
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707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8346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8346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726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Content
Writer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1166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4805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805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6185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Content
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7625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1264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1264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644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Video
Maker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084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17723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723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9103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Landing
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0543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20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4182" y="1897380"/>
            <a:ext cx="6858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4182" y="2007108"/>
            <a:ext cx="6858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5562" y="2656332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Publisher
+ Wrap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7002" y="15499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15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94392" y="5852160"/>
            <a:ext cx="1783080" cy="384048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59253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F5FFF"/>
                </a:solidFill>
              </a:rPr>
              <a:t>รวม ~2.5 ชั่วโมง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Lessons 1–2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Brand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CLAUDE.md — briefing ถาวรสำหรับทุก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ตั้งค่า OpenRouter plugin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brand-guidelines.md ด้วย 6 คำถามกุญแจ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สร้างคำสั่ง /brand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CLAUDE.md, brand/brand-guidelines.md, /brand command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Researcher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SKILL.md สำหรับ content-researcher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ค้นหา trending topics ล่าสุด (30 วัน)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วิเคราะห์ competitor content, audience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สร้างคำสั่ง /research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.claude/skills/content-researcher/SKILL.md, research/ folder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1672" cy="384048"/>
          </a:xfrm>
          <a:prstGeom prst="rect">
            <a:avLst/>
          </a:prstGeom>
          <a:solidFill>
            <a:srgbClr val="061A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19088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</a:rPr>
              <a:t>ทุกบทเรียนผลิตไฟล์จริง — ไม่ใช่แค่ความรู้ที่หายไปหลังปิดหน้าต่าง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Lessons 3–4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Content Calendar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ตั้งค่า NocoDB MCP — ต่อ Claude กับ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Content Calendar table (7 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Generate 20–30 รายการสำหรับเดือนถัดไป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รายการกระจายหลาย platform และ 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NocoDB table พร้อม 20+ entries ครอบทุก pillar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Content Writer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SKILL.md สำหรับ content-writer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เขียน social post ในเสียงของแบรนด์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เขียน article 800–1,500 คำ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เขียน video script ที่พูดได้จริง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3+ ไฟล์ใน content/ folder, NocoDB status = Drafted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55080"/>
            <a:ext cx="11091672" cy="384048"/>
          </a:xfrm>
          <a:prstGeom prst="rect">
            <a:avLst/>
          </a:prstGeom>
          <a:solidFill>
            <a:srgbClr val="061A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19088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</a:rPr>
              <a:t>Key: เนื้อหาต้องฟังดูเหมือนคุณ ไม่ใช่ generic AI marketing copy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Lessons 5–6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Content Designer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SKILL.md สำหรับ content-designer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Generate รูปที่ตรงสีและสไตล์แบรนด์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ใช้ OpenRouter image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Aspect ratio ถูก platform: 1:1, 9:16, 16:9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2+ รูปใน designs/ folder, NocoDB status = Designed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Video Maker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ตั้งค่า HeyGen MCP — ต่อกับ AI avatar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เลือก avatar และ voice ที่เหมาะกับแบรนด์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SKILL.md สำหรับ video-maker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Generate วิดีโอ (render 2–5 นาที)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วิดีโอ AI avatar พูด script ของคุณ 1 ชิ้น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Lessons 7–8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ตั้งค่า Vercel MCP — ต่อกับ web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Claude สร้าง landing page HTML + CSS ให้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ใช้สีและ content จาก brand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Deploy ขึ้น internet — ได้ URL *.vercel.app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Landing page live บน internet ทดสอบบนมือถือได้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64208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F5FFF"/>
                </a:solidFill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1284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Publisher + Wrap-up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51760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7614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content-publisher skill (format per platform)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สร้าง /content-engine master 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6732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รัน full pipeline ครั้งแรก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7024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›  เรียนรู้ 3 แนวทางปรับใช้ต่อ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5532119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6235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</a:rPr>
              <a:t>Output: /content-engine command พร้อมใช้งาน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5FFF"/>
                </a:solidFill>
              </a:rPr>
              <a:t>ส่วนที่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</a:rPr>
              <a:t>แนวคิดหลัก
ที่คุณจะเข้าใจ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ไม่ใช่แค่ใช้เครื่องมือ — แต่เข้าใจว่ามันทำงานอย่างไร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Pattern ที่ใช้ซ้ำได้ทุกระบบ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" y="2011680"/>
            <a:ext cx="2651760" cy="201168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F5F9"/>
                </a:solidFill>
              </a:rPr>
              <a:t>Brand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2743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CLAUDE.md + guidelines
ทุก agent อ่านจากที่เดียวกัน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62656" y="269748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82696" y="2011680"/>
            <a:ext cx="2651760" cy="2011680"/>
          </a:xfrm>
          <a:prstGeom prst="rect">
            <a:avLst/>
          </a:prstGeom>
          <a:solidFill>
            <a:srgbClr val="1E25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F5F9"/>
                </a:solidFill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743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SKILL.md ต่อหนึ่งงาน
บอกว่าต้องการงานแบบไหน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269748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011680"/>
            <a:ext cx="2651760" cy="2011680"/>
          </a:xfrm>
          <a:prstGeom prst="rect">
            <a:avLst/>
          </a:prstGeom>
          <a:solidFill>
            <a:srgbClr val="1E25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F5F9"/>
                </a:solidFill>
              </a:rPr>
              <a:t>MCPs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743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เชื่อมกับระบบภายนอก
NocoDB, HeyGen, 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269748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2011680"/>
            <a:ext cx="2651760" cy="2011680"/>
          </a:xfrm>
          <a:prstGeom prst="rect">
            <a:avLst/>
          </a:prstGeom>
          <a:solidFill>
            <a:srgbClr val="1E2533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3456" y="2194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1F5F9"/>
                </a:solidFill>
              </a:rPr>
              <a:t>Slash 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743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กด / ครั้งเดียว
รัน workflow ทั้งหมด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11091672" cy="502920"/>
          </a:xfrm>
          <a:prstGeom prst="rect">
            <a:avLst/>
          </a:prstGeom>
          <a:solidFill>
            <a:srgbClr val="120A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F5FFF"/>
                </a:solidFill>
              </a:rPr>
              <a:t>เรียนรู้ pattern นี้ครั้งเดียว — สร้างระบบ AI ได้ไม่จำกัด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บริบทถาวรที่ Claude อ่านทุก session อัตโนมัติ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394960" cy="292608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# marketing-agency/CLAUDE.md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5FFF"/>
                </a:solidFill>
              </a:rPr>
              <a:t>## บริบทธุรกิจ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96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F3FC"/>
                </a:solidFill>
              </a:rPr>
              <a:t>แบรนด์: [ชื่อแบรนด์คุณ]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F3FC"/>
                </a:solidFill>
              </a:rPr>
              <a:t>สิ่งที่ขาย: [สินค้า/บริการ]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F3FC"/>
                </a:solidFill>
              </a:rPr>
              <a:t>กลุ่มเป้าหมาย: [ลูกค้าคุณ]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64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21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5FFF"/>
                </a:solidFill>
              </a:rPr>
              <a:t>## ไฟล์สำคัญ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770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F3FC"/>
                </a:solidFill>
              </a:rPr>
              <a:t>brand/brand-guidelines.md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F3FC"/>
                </a:solidFill>
              </a:rPr>
              <a:t>.claude/skills/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394960" cy="9144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ไม่ต้องอธิบายโปรเจกต์ใหม่ทุกครั้ง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Claude จำบริบทธุรกิจของคุณข้ามทุก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715768"/>
            <a:ext cx="5394960" cy="9144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07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ทุก agent อ่าน briefing เดียวกัน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912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researcher, writer, designer — รู้จักแบรนด์คุณเท่ากัน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39896"/>
            <a:ext cx="5394960" cy="91440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313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1F5F9"/>
                </a:solidFill>
              </a:rPr>
              <a:t>เหมือน SOP ที่พนักงานใหม่ต้องอ่าน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15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เขียนครั้งเดียว ใช้ได้ตลอด แก้ไขได้ตลอด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สอน Claude ว่าคุณต้องการงานแบบไหน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502920"/>
          </a:xfrm>
          <a:prstGeom prst="rect">
            <a:avLst/>
          </a:prstGeom>
          <a:solidFill>
            <a:srgbClr val="061A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10817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B6D4"/>
                </a:solidFill>
              </a:rPr>
              <a:t>เหมือน SOP ของพนักงาน — เขียนครั้งเดียว ใช้ซ้ำได้เสมอ พร้อม context ของแบรนด์คุณ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11091672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F3FC"/>
                </a:solidFill>
              </a:rPr>
              <a:t>.claude/skills/content-researcher/SKILL.md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0817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รู้ว่าต้องหาข้อมูลจากไหน ออกแบบไว้สำหรับ niche ของคุณ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1091672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F3FC"/>
                </a:solidFill>
              </a:rPr>
              <a:t>.claude/skills/content-writer/SKILL.md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817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รู้ว่าต้องเขียนสไตล์ไหน เสียงแบรนด์ไหน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11091672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F3FC"/>
                </a:solidFill>
              </a:rPr>
              <a:t>.claude/skills/video-maker/SKILL.md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817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รู้ว่าต้องใช้ avatar ไหน voice ไหน format ไหน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11091672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F3FC"/>
                </a:solidFill>
              </a:rPr>
              <a:t>.claude/skills/content-designer/SKILL.md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10817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→  รู้สี typography และ style direction ของแบรนด์คุณ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MCPs — Model Context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ให้ Claude เชื่อมกับระบบภายนอก ทำงานกับโลกภายนอกได้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8636" y="2286000"/>
            <a:ext cx="201168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8636" y="28346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Claude
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320040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NocoDB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3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เพิ่ม/อ่าน/แก้ไข rows ใน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90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320040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HeyGen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708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สร้างวิดีโอ AI avatar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879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</a:rPr>
              <a:t>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3200400" cy="804672"/>
          </a:xfrm>
          <a:prstGeom prst="rect">
            <a:avLst/>
          </a:prstGeom>
          <a:solidFill>
            <a:srgbClr val="1E25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02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681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Deploy เว็บขึ้น 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285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B6D4"/>
                </a:solidFill>
              </a:rPr>
              <a:t>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89320"/>
            <a:ext cx="11091672" cy="475488"/>
          </a:xfrm>
          <a:prstGeom prst="rect">
            <a:avLst/>
          </a:prstGeom>
          <a:solidFill>
            <a:srgbClr val="0A1018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062472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ไม่มี MCP = Claude รู้แค่ไฟล์ในเครื่อง   |   มี MCP = Claude ทำงานกับโลกภายนอกได้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พิมพ์ / ครั้งเดียว — รัน workflow ที่ซับซ้อนทั้งหมด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091672" cy="12618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2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F3FC"/>
                </a:solidFill>
              </a:rPr>
              <a:t>/brand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74520"/>
            <a:ext cx="8119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ถามและอัปเดต brand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286000"/>
            <a:ext cx="8119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เมื่อแบรนด์คุณเปลี่ยน Claude จะถามคำถามและอัปเดตไฟล์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11091672" cy="12618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29184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F3FC"/>
                </a:solidFill>
              </a:rPr>
              <a:t>/research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91840"/>
            <a:ext cx="8119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วิจัยหัวข้อสำหรับ content pillar ที่เลือก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703320"/>
            <a:ext cx="8119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หา trending topics, competitor angles, audience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11091672" cy="1261872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709160"/>
            <a:ext cx="25603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F3FC"/>
                </a:solidFill>
              </a:rPr>
              <a:t>/content-engine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709160"/>
            <a:ext cx="8119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รัน pipeline ทั้งหมด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120640"/>
            <a:ext cx="8119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research → calendar → write → design → format — ครบในคำสั่งเดียว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5FFF"/>
                </a:solidFill>
              </a:rPr>
              <a:t>ส่วนที่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</a:rPr>
              <a:t>3 สิ่งที่คุณ
สามารถทำต่อได้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บทเรียนที่ 8 สอนการปรับระบบนี้สำหรับงานจริง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828800" cy="347472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F5FFF"/>
                </a:solidFill>
              </a:rPr>
              <a:t>Adaptation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ระบบ Onboarding ลูกค้า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สำหรับ Freelancer, Agency, Consultant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1091672" cy="11155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F5FFF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21408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คัดลอกโฟลเดอร์ marketing-agency ทั้งหมด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10222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สร้างโฟลเดอร์ใหม่ต่อลูกค้า 1 ราย โครงสร้างทุกอย่างเหมือนกัน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46120"/>
            <a:ext cx="11091672" cy="11155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F5FFF"/>
                </a:solidFill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55848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เปลี่ยนแค่ brand-guidelines.md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94760"/>
            <a:ext cx="10222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ใส่ข้อมูลแบรนด์ลูกค้า — ทุก agent จะทำงานตาม brief ใหม่ทันที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11091672" cy="11155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9F5FFF"/>
                </a:solidFill>
              </a:rPr>
              <a:t>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90288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รัน /content-engine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10222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ได้ content calendar 1 เดือนสำหรับลูกค้าราย 1 คน พร้อม draft ทันที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475488"/>
          </a:xfrm>
          <a:prstGeom prst="rect">
            <a:avLst/>
          </a:prstGeom>
          <a:solidFill>
            <a:srgbClr val="0620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33872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สร้างระบบครั้งเดียว — ใช้ได้ทุกลูกค้า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Adaptations 2 &amp;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F5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Product Launch Campaign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52928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443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ปรับ content-calendar skill ให้รับ launch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0273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Generate teaser → announcement → follow-up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6110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Writer สร้างเนื้อหา launch-specific ทุกชิ้นอัตโนมัติ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9194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Designer สร้างรูปธีม launch สอดคล้องกัน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394960" cy="46634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9F5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377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Seasonal Campaign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52928"/>
            <a:ext cx="521208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9443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วิจัย seasonal trends ล่วงหน้าหลายเดือน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02736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Calendar เต็มไปด้วย timely content 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6110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Writer และ Designer สร้าง content เป็น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9194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—  คอนเทนต์พร้อมก่อน season จริง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Pattern เดิม  ใช้ได้ทุกโปรเจกต์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2560320" cy="16459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บริบทถาวร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F5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94560"/>
            <a:ext cx="2560320" cy="16459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วิธีทำงาน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7432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F5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94560"/>
            <a:ext cx="2560320" cy="16459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MCPs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ระบบนอก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74320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F5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194560"/>
            <a:ext cx="2560320" cy="1645920"/>
          </a:xfrm>
          <a:prstGeom prst="rect">
            <a:avLst/>
          </a:prstGeom>
          <a:solidFill>
            <a:srgbClr val="1E2533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542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1F5F9"/>
                </a:solidFill>
              </a:rP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63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คุณสร้างระบบนี้แล้ว 1 ระบบ ระบบถัดไปจะใช้เวลาครึ่งหนึ่ง เพราะรู้ pattern แล้ว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ส่วนที่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1091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F5F9"/>
                </a:solidFill>
              </a:rPr>
              <a:t>สิ่งที่ระบบนี้
ยังทำไม่ได้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914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พูดตรงๆ เพื่อให้คุณรู้ว่ากำลังลงทุนอะไร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ความจริงที่ควรรู้ก่อนเริ่ม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solidFill>
            <a:srgbClr val="0620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184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สิ่งที่ระบบทำได้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394960" cy="457200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184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สิ่งที่ยังต้องทำเอง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วิจัย, วางแผน, เขียน, ออกแบบ, ทำวิดีโอ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2311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✗  ตรวจและอนุมัติก่อนโพสต์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5394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สร้าง landing page และ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16352"/>
            <a:ext cx="5394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9443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✗  โพสต์จริงลงแพลตฟอร์ม (copy-paste)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9584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Format content สำหรับแต่ละ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29584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✗  เชื่อมต่อโดยตรงกับ social media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42816"/>
            <a:ext cx="5394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3708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สร้าง content calendar ล่วงหน้า 1 เดือน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42816"/>
            <a:ext cx="53949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3708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✗  วิเคราะห์ performance หลังโพสต์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56048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84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รัน pipeline ทั้งหมดด้วยคำสั่งเดียว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56048"/>
            <a:ext cx="5394960" cy="658368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50840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✗  A/B testing และ analytics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33872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ระบบนี้จัดการ production work — คุณจัดการ judgement calls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คอร์สนี้เหมาะกับคุณถ้า...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94960" cy="4480560"/>
          </a:xfrm>
          <a:prstGeom prst="rect">
            <a:avLst/>
          </a:prstGeom>
          <a:solidFill>
            <a:srgbClr val="06201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เหมาะมาก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✓  เจ้าของ SME ที่ทำการตลาดเอง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✓  Solopreneur ที่อยากได้ output มากขึ้น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478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✓  Marketing manager ที่ต้องการขยายผล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336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✓  อยากเข้าใจ Claude Code จากการสร้างจริง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194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✓  มีแบรนด์หรือธุรกิจที่ต้องการ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394960" cy="4480560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อาจไม่เหมาะ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762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✗  คาดหวัง fully automated ทันที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620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✗  ต้องการ multi-user team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478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✗  ต้องการ analytics dashboard พร้อมใช้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✗  ไม่มี Claude Code ติดตั้ง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1947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✗  ไม่มีแบรนด์หรือธุรกิจในใจ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สิ่งที่ต้องเตรียม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4572000"/>
          </a:xfrm>
          <a:prstGeom prst="rect">
            <a:avLst/>
          </a:prstGeom>
          <a:solidFill>
            <a:srgbClr val="1E25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ต้องมีก่อนเริ่ม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329184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Claude Code ติดตั้งในเครื่อง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แบรนด์หรือธุรกิจที่อยากทำ 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เวลา ~2.5 ชั่วโมง (ทำในวันเดียว)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54480"/>
            <a:ext cx="3474720" cy="4572000"/>
          </a:xfrm>
          <a:prstGeom prst="rect">
            <a:avLst/>
          </a:prstGeom>
          <a:solidFill>
            <a:srgbClr val="1E2533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691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ตั้งค่าระหว่างเรียน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21408"/>
            <a:ext cx="329184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OpenRouter account (Lesson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NocoDB account (Lesson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HeyGen account (Lesson 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572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•  Vercel account (Lesson 7)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554480"/>
            <a:ext cx="3474720" cy="4572000"/>
          </a:xfrm>
          <a:prstGeom prst="rect">
            <a:avLst/>
          </a:prstGeom>
          <a:solidFill>
            <a:srgbClr val="1E253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6916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</a:rPr>
              <a:t>ไม่ต้องมี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121408"/>
            <a:ext cx="3291840" cy="18288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✗  ประสบการณ์เขียนโค้ด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0175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✗  ทักษะดีไซน์หรือทำวิดีโอ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794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✗  ความรู้เรื่อง git, npm, 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5720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✗  ทีมหรือพนักงาน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วิธีเริ่มเรียน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10058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F5FFF"/>
                </a:solidFill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64208"/>
            <a:ext cx="10222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เปิดโฟลเดอร์นี้ใน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84832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ไปที่ File → Open Folder → เลือกโฟลเดอร์ marketing-agency-tutorial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88336"/>
            <a:ext cx="11091672" cy="10058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8950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F5FFF"/>
                </a:solidFill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79776"/>
            <a:ext cx="10222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พิมพ์คำสั่งด้านล่างในช่อง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Claude จะอ่าน lesson file และกลายเป็นครูผู้สอนทันที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03904"/>
            <a:ext cx="11091672" cy="100584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2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F5FFF"/>
                </a:solidFill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95344"/>
            <a:ext cx="10222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ตอบคำถามและทำตามที่ Claude แนะนำ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15968"/>
            <a:ext cx="10222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คุณไม่ได้อ่านเอกสาร — คุณกำลังสร้างระบบจริงสำหรับธุรกิจของคุณ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8476" y="4956048"/>
            <a:ext cx="4572000" cy="658368"/>
          </a:xfrm>
          <a:prstGeom prst="rect">
            <a:avLst/>
          </a:prstGeom>
          <a:solidFill>
            <a:srgbClr val="1A0D35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8476" y="5029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5F3FC"/>
                </a:solidFill>
              </a:rPr>
              <a:t>Start Lesson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-1371600"/>
            <a:ext cx="7315200" cy="7315200"/>
          </a:xfrm>
          <a:prstGeom prst="rect">
            <a:avLst/>
          </a:prstGeom>
          <a:solidFill>
            <a:srgbClr val="120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F5FFF"/>
                </a:solidFill>
              </a:rPr>
              <a:t>Claude Code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1F5F9"/>
                </a:solidFill>
              </a:rPr>
              <a:t>Private Marketing
Agency Blueprint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17520"/>
            <a:ext cx="914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8 บทเรียน  ·  ~2.5 ชั่วโมง  ·  ผลลัพธ์จริงสำหรับธุรกิจของคุณ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10634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ระบบ AI marketing ที่ทำงานได้จริงสำหรับแบรนด์คุณ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165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16552"/>
            <a:ext cx="10634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ไม่ต้องเขียนโค้ด ไม่ต้องจ้างทีม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469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46904"/>
            <a:ext cx="10634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1F5F9"/>
                </a:solidFill>
              </a:rPr>
              <a:t>Pattern ที่นำไปสร้างระบบต่อไปได้เอง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33872"/>
            <a:ext cx="11091672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925312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เปิดโฟลเดอร์ใน Claude Code แล้วพิมพ์  "Start Lesson 1"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